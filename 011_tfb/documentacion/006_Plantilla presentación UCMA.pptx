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4" r:id="rId2"/>
    <p:sldId id="271" r:id="rId3"/>
    <p:sldId id="268" r:id="rId4"/>
    <p:sldId id="273" r:id="rId5"/>
    <p:sldId id="274" r:id="rId6"/>
    <p:sldId id="277" r:id="rId7"/>
    <p:sldId id="278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A44"/>
    <a:srgbClr val="E1AB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24" autoAdjust="0"/>
    <p:restoredTop sz="94717"/>
  </p:normalViewPr>
  <p:slideViewPr>
    <p:cSldViewPr snapToGrid="0" snapToObjects="1">
      <p:cViewPr varScale="1">
        <p:scale>
          <a:sx n="82" d="100"/>
          <a:sy n="82" d="100"/>
        </p:scale>
        <p:origin x="53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BCB904-B8B2-4418-9E27-2828CD1F24D2}" type="datetimeFigureOut">
              <a:rPr lang="es-ES" smtClean="0"/>
              <a:t>17/10/2022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35E587-6A2E-4254-B355-BF1A197AC9C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9770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13" Type="http://schemas.openxmlformats.org/officeDocument/2006/relationships/image" Target="../media/image17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12" Type="http://schemas.openxmlformats.org/officeDocument/2006/relationships/image" Target="../media/image16.emf"/><Relationship Id="rId2" Type="http://schemas.openxmlformats.org/officeDocument/2006/relationships/image" Target="../media/image6.tif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Relationship Id="rId14" Type="http://schemas.openxmlformats.org/officeDocument/2006/relationships/image" Target="../media/image18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19.emf"/><Relationship Id="rId2" Type="http://schemas.openxmlformats.org/officeDocument/2006/relationships/image" Target="../media/image6.tif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image" Target="../media/image19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415FD22B-7591-469F-AEAC-9EDE53A8DE98">
            <a:extLst>
              <a:ext uri="{FF2B5EF4-FFF2-40B4-BE49-F238E27FC236}">
                <a16:creationId xmlns:a16="http://schemas.microsoft.com/office/drawing/2014/main" id="{5A8F951E-C642-4947-B101-B6D8DC06A75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" y="0"/>
            <a:ext cx="12192001" cy="689670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FBFB0E9-E377-0344-B686-469EF5D51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4034" y="3539346"/>
            <a:ext cx="6090669" cy="1092622"/>
          </a:xfrm>
        </p:spPr>
        <p:txBody>
          <a:bodyPr anchor="b">
            <a:noAutofit/>
          </a:bodyPr>
          <a:lstStyle>
            <a:lvl1pPr algn="ctr">
              <a:defRPr sz="3200">
                <a:solidFill>
                  <a:schemeClr val="bg1"/>
                </a:solidFill>
                <a:latin typeface="GT America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BE52EF-A1A3-3A47-B1FA-85C8C0F04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8197DBA-B4EB-4099-8DCC-338C5A4574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41617"/>
          <a:stretch/>
        </p:blipFill>
        <p:spPr>
          <a:xfrm>
            <a:off x="1424219" y="1336646"/>
            <a:ext cx="290671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010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98909D-3BCB-5D4D-92E1-47F7DCEE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5618" y="6370204"/>
            <a:ext cx="2743200" cy="365125"/>
          </a:xfrm>
        </p:spPr>
        <p:txBody>
          <a:bodyPr/>
          <a:lstStyle>
            <a:lvl1pPr>
              <a:defRPr sz="800">
                <a:latin typeface="GT America" pitchFamily="2" charset="77"/>
              </a:defRPr>
            </a:lvl1pPr>
          </a:lstStyle>
          <a:p>
            <a:fld id="{DFA3C4CA-1939-A047-9FE4-F8769865EBC3}" type="slidenum">
              <a:rPr lang="es-ES" smtClean="0"/>
              <a:pPr/>
              <a:t>‹Nº›</a:t>
            </a:fld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57E5939-C68B-4B89-B73C-D0910899DC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6F24B9B-2E30-41D6-B4FE-DECE4A8A15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2755" y="1779717"/>
            <a:ext cx="1126490" cy="20327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AFEA20F-1E8D-40CD-9373-E2CEAFD3C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3094933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GT America Black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521AD7D-8525-4EA5-8339-59FC0277F5C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416" y="246642"/>
            <a:ext cx="2513330" cy="98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62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880D8263-26E6-4FD4-ADB7-073316A13A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4EE61DFA-B6F6-4D4B-9F98-00FB4B9BCC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088004" y="2353154"/>
            <a:ext cx="3797300" cy="3797300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945B98B7-3D58-4E88-A984-B65DDD0E4F3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65848" y="2350038"/>
            <a:ext cx="3797300" cy="3797300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048299FC-7CC5-4AF4-A170-4506C678533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19732" y="2350038"/>
            <a:ext cx="3797300" cy="3797300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C02F5E3F-4158-41A8-B388-E7033B092D5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3436" y="2350038"/>
            <a:ext cx="3797300" cy="3797300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AA1A4E86-A123-4882-9335-A6947382CB9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00620" y="2350038"/>
            <a:ext cx="3797300" cy="3797300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D623B3A3-ED3C-4472-A344-C0F3B5E7E54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36545" y="2350038"/>
            <a:ext cx="3797300" cy="3797300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FB4ED80A-137C-4F82-B8A2-F523180D856F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79854" y="4688152"/>
            <a:ext cx="381000" cy="1028700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9D2F706B-E22A-47D8-8ABB-428D18F8E9A9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6955" y="4783402"/>
            <a:ext cx="838200" cy="838200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90460FC2-3238-4204-88A1-5FC95C7E3AA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9432" y="4967552"/>
            <a:ext cx="977900" cy="749300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0D3F672F-E928-45E2-826B-C45A7053E222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6636" y="4865952"/>
            <a:ext cx="850900" cy="850900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81640167-5546-4EC7-9BD2-435482730A99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6840" y="4973902"/>
            <a:ext cx="736600" cy="736600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47064EE3-B57B-44CF-AE8E-268AFE5B3597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14024" y="5177102"/>
            <a:ext cx="520700" cy="533400"/>
          </a:xfrm>
          <a:prstGeom prst="rect">
            <a:avLst/>
          </a:prstGeom>
        </p:spPr>
      </p:pic>
      <p:sp>
        <p:nvSpPr>
          <p:cNvPr id="46" name="CuadroTexto 45">
            <a:extLst>
              <a:ext uri="{FF2B5EF4-FFF2-40B4-BE49-F238E27FC236}">
                <a16:creationId xmlns:a16="http://schemas.microsoft.com/office/drawing/2014/main" id="{178833ED-AE1D-430D-AE3D-16C905E1C738}"/>
              </a:ext>
            </a:extLst>
          </p:cNvPr>
          <p:cNvSpPr txBox="1"/>
          <p:nvPr userDrawn="1"/>
        </p:nvSpPr>
        <p:spPr>
          <a:xfrm>
            <a:off x="-2880929" y="2541359"/>
            <a:ext cx="14197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0" dirty="0">
                <a:solidFill>
                  <a:schemeClr val="bg1"/>
                </a:solidFill>
                <a:latin typeface="GT America Ultra Light" pitchFamily="2" charset="77"/>
              </a:rPr>
              <a:t>01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9D92720A-7800-47DB-904F-587F6F1617AB}"/>
              </a:ext>
            </a:extLst>
          </p:cNvPr>
          <p:cNvSpPr txBox="1"/>
          <p:nvPr userDrawn="1"/>
        </p:nvSpPr>
        <p:spPr>
          <a:xfrm>
            <a:off x="463850" y="2541359"/>
            <a:ext cx="20612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0" dirty="0">
                <a:solidFill>
                  <a:srgbClr val="E1AB34"/>
                </a:solidFill>
                <a:latin typeface="GT America Ultra Light" pitchFamily="2" charset="77"/>
              </a:rPr>
              <a:t>02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4706DF-5A01-485F-B345-6D4FC838B316}"/>
              </a:ext>
            </a:extLst>
          </p:cNvPr>
          <p:cNvSpPr txBox="1"/>
          <p:nvPr userDrawn="1"/>
        </p:nvSpPr>
        <p:spPr>
          <a:xfrm>
            <a:off x="3813644" y="2541359"/>
            <a:ext cx="20612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0" dirty="0">
                <a:solidFill>
                  <a:srgbClr val="011A44"/>
                </a:solidFill>
                <a:latin typeface="GT America Ultra Light" pitchFamily="2" charset="77"/>
              </a:rPr>
              <a:t>03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8AE22351-B1D1-47E3-8897-F2F54BC56A68}"/>
              </a:ext>
            </a:extLst>
          </p:cNvPr>
          <p:cNvSpPr txBox="1"/>
          <p:nvPr userDrawn="1"/>
        </p:nvSpPr>
        <p:spPr>
          <a:xfrm>
            <a:off x="7302802" y="2541359"/>
            <a:ext cx="20612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0" dirty="0">
                <a:solidFill>
                  <a:schemeClr val="bg1"/>
                </a:solidFill>
                <a:latin typeface="GT America Ultra Light" pitchFamily="2" charset="77"/>
              </a:rPr>
              <a:t>04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3411803E-C536-42BA-A1F2-0EB177C52CDA}"/>
              </a:ext>
            </a:extLst>
          </p:cNvPr>
          <p:cNvSpPr txBox="1"/>
          <p:nvPr userDrawn="1"/>
        </p:nvSpPr>
        <p:spPr>
          <a:xfrm>
            <a:off x="10714755" y="2541359"/>
            <a:ext cx="20612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0" dirty="0">
                <a:solidFill>
                  <a:schemeClr val="bg1"/>
                </a:solidFill>
                <a:latin typeface="GT America Ultra Light" pitchFamily="2" charset="77"/>
              </a:rPr>
              <a:t>05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3EA2F5C3-A514-43A2-90C2-2509EE27D9B7}"/>
              </a:ext>
            </a:extLst>
          </p:cNvPr>
          <p:cNvSpPr txBox="1"/>
          <p:nvPr userDrawn="1"/>
        </p:nvSpPr>
        <p:spPr>
          <a:xfrm>
            <a:off x="13872044" y="2541359"/>
            <a:ext cx="20612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0" dirty="0">
                <a:solidFill>
                  <a:srgbClr val="011A44"/>
                </a:solidFill>
                <a:latin typeface="GT America Ultra Light" pitchFamily="2" charset="77"/>
              </a:rPr>
              <a:t>06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F5C9178B-2AAB-4FE9-912F-9473ED47C302}"/>
              </a:ext>
            </a:extLst>
          </p:cNvPr>
          <p:cNvSpPr txBox="1"/>
          <p:nvPr userDrawn="1"/>
        </p:nvSpPr>
        <p:spPr>
          <a:xfrm>
            <a:off x="-3682553" y="4018687"/>
            <a:ext cx="292045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700" dirty="0">
                <a:solidFill>
                  <a:schemeClr val="bg1"/>
                </a:solidFill>
                <a:latin typeface="GT America Medium" pitchFamily="2" charset="77"/>
              </a:rPr>
              <a:t>Seguimiento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1531B5C7-299E-4F9B-9F86-45C5977F2EA1}"/>
              </a:ext>
            </a:extLst>
          </p:cNvPr>
          <p:cNvSpPr txBox="1"/>
          <p:nvPr userDrawn="1"/>
        </p:nvSpPr>
        <p:spPr>
          <a:xfrm>
            <a:off x="-241522" y="4018687"/>
            <a:ext cx="292045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700" dirty="0">
                <a:solidFill>
                  <a:srgbClr val="E1AB34"/>
                </a:solidFill>
                <a:latin typeface="GT America Medium" pitchFamily="2" charset="77"/>
              </a:rPr>
              <a:t>Posicionamiento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3039BA55-CFE4-420C-AFCC-E47A631CB50B}"/>
              </a:ext>
            </a:extLst>
          </p:cNvPr>
          <p:cNvSpPr txBox="1"/>
          <p:nvPr userDrawn="1"/>
        </p:nvSpPr>
        <p:spPr>
          <a:xfrm>
            <a:off x="3151382" y="4018687"/>
            <a:ext cx="292045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700" dirty="0">
                <a:solidFill>
                  <a:srgbClr val="011A44"/>
                </a:solidFill>
                <a:latin typeface="GT America Medium" pitchFamily="2" charset="77"/>
              </a:rPr>
              <a:t>Oferta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7E7F8919-9000-414A-A3F9-42055EB426A2}"/>
              </a:ext>
            </a:extLst>
          </p:cNvPr>
          <p:cNvSpPr txBox="1"/>
          <p:nvPr userDrawn="1"/>
        </p:nvSpPr>
        <p:spPr>
          <a:xfrm>
            <a:off x="6688563" y="4018687"/>
            <a:ext cx="292045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700" dirty="0">
                <a:solidFill>
                  <a:srgbClr val="E1AB34"/>
                </a:solidFill>
                <a:latin typeface="GT America Medium" pitchFamily="2" charset="77"/>
              </a:rPr>
              <a:t>Cronograma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562FB3AD-076F-489B-A002-D53FED852A10}"/>
              </a:ext>
            </a:extLst>
          </p:cNvPr>
          <p:cNvSpPr txBox="1"/>
          <p:nvPr userDrawn="1"/>
        </p:nvSpPr>
        <p:spPr>
          <a:xfrm>
            <a:off x="10129594" y="4018687"/>
            <a:ext cx="29204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700" dirty="0">
                <a:solidFill>
                  <a:schemeClr val="bg1"/>
                </a:solidFill>
                <a:latin typeface="GT America Medium" pitchFamily="2" charset="77"/>
              </a:rPr>
              <a:t>Presupuesto </a:t>
            </a:r>
          </a:p>
          <a:p>
            <a:pPr algn="ctr"/>
            <a:r>
              <a:rPr lang="es-ES" sz="2700" dirty="0">
                <a:solidFill>
                  <a:schemeClr val="bg1"/>
                </a:solidFill>
                <a:latin typeface="GT America Medium" pitchFamily="2" charset="77"/>
              </a:rPr>
              <a:t>2020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F04347B7-8B5E-4B10-A5B5-4F18C2A664B8}"/>
              </a:ext>
            </a:extLst>
          </p:cNvPr>
          <p:cNvSpPr txBox="1"/>
          <p:nvPr userDrawn="1"/>
        </p:nvSpPr>
        <p:spPr>
          <a:xfrm>
            <a:off x="13378120" y="4018687"/>
            <a:ext cx="29204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700" dirty="0">
                <a:solidFill>
                  <a:srgbClr val="011A44"/>
                </a:solidFill>
                <a:latin typeface="GT America Medium" pitchFamily="2" charset="77"/>
              </a:rPr>
              <a:t>Plan de </a:t>
            </a:r>
          </a:p>
          <a:p>
            <a:pPr algn="ctr"/>
            <a:r>
              <a:rPr lang="es-ES" sz="2700" dirty="0">
                <a:solidFill>
                  <a:srgbClr val="011A44"/>
                </a:solidFill>
                <a:latin typeface="GT America Medium" pitchFamily="2" charset="77"/>
              </a:rPr>
              <a:t>crecimiento</a:t>
            </a:r>
          </a:p>
        </p:txBody>
      </p:sp>
    </p:spTree>
    <p:extLst>
      <p:ext uri="{BB962C8B-B14F-4D97-AF65-F5344CB8AC3E}">
        <p14:creationId xmlns:p14="http://schemas.microsoft.com/office/powerpoint/2010/main" val="48204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9950"/>
            <a:ext cx="12192000" cy="745307"/>
          </a:xfrm>
          <a:prstGeom prst="rect">
            <a:avLst/>
          </a:prstGeom>
          <a:solidFill>
            <a:srgbClr val="011A44"/>
          </a:solidFill>
          <a:ln>
            <a:solidFill>
              <a:srgbClr val="011A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11A44"/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80D8263-26E6-4FD4-ADB7-073316A13A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55257"/>
            <a:ext cx="12192000" cy="6102744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4EE61DFA-B6F6-4D4B-9F98-00FB4B9BCC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050" y="3222566"/>
            <a:ext cx="3164151" cy="3164151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945B98B7-3D58-4E88-A984-B65DDD0E4F3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80275" y="3219450"/>
            <a:ext cx="3164151" cy="3164151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048299FC-7CC5-4AF4-A170-4506C678533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1955" y="3219450"/>
            <a:ext cx="3164151" cy="3164151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C02F5E3F-4158-41A8-B388-E7033B092D5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22180" y="3222566"/>
            <a:ext cx="3164151" cy="316415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D9A00E4-15AC-4E29-98D5-75C0DD4EE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4766" y="9950"/>
            <a:ext cx="5961529" cy="716280"/>
          </a:xfrm>
        </p:spPr>
        <p:txBody>
          <a:bodyPr>
            <a:normAutofit/>
          </a:bodyPr>
          <a:lstStyle>
            <a:lvl1pPr>
              <a:defRPr sz="1600" b="1">
                <a:solidFill>
                  <a:schemeClr val="bg1"/>
                </a:solidFill>
                <a:latin typeface="GT America Black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856E621-99D3-4271-B65E-0B4B03EB63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63988" y="4208462"/>
            <a:ext cx="1772298" cy="11398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  <a:latin typeface="GT America"/>
              </a:defRPr>
            </a:lvl1pPr>
            <a:lvl2pPr>
              <a:defRPr sz="1200">
                <a:solidFill>
                  <a:schemeClr val="bg1"/>
                </a:solidFill>
                <a:latin typeface="GT America"/>
              </a:defRPr>
            </a:lvl2pPr>
            <a:lvl3pPr>
              <a:defRPr sz="1200">
                <a:solidFill>
                  <a:schemeClr val="bg1"/>
                </a:solidFill>
                <a:latin typeface="GT America"/>
              </a:defRPr>
            </a:lvl3pPr>
            <a:lvl4pPr>
              <a:defRPr sz="1200">
                <a:solidFill>
                  <a:schemeClr val="bg1"/>
                </a:solidFill>
                <a:latin typeface="GT America"/>
              </a:defRPr>
            </a:lvl4pPr>
            <a:lvl5pPr>
              <a:defRPr sz="1200">
                <a:solidFill>
                  <a:schemeClr val="bg1"/>
                </a:solidFill>
                <a:latin typeface="GT America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6261AEA6-DE67-47F6-9FA4-B77EE2F68B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7956" y="4084637"/>
            <a:ext cx="1884363" cy="1306512"/>
          </a:xfrm>
        </p:spPr>
        <p:txBody>
          <a:bodyPr>
            <a:normAutofit/>
          </a:bodyPr>
          <a:lstStyle>
            <a:lvl1pPr>
              <a:defRPr sz="1400" b="0">
                <a:latin typeface="GT America"/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0B585C41-3B60-42C4-BC51-6CD6E013B95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19499" y="4024344"/>
            <a:ext cx="1978467" cy="1366805"/>
          </a:xfrm>
        </p:spPr>
        <p:txBody>
          <a:bodyPr>
            <a:normAutofit/>
          </a:bodyPr>
          <a:lstStyle>
            <a:lvl1pPr>
              <a:defRPr sz="1200">
                <a:latin typeface="GT America"/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DF7AF264-FC72-4BFC-AEC0-17B384F4D1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67708" y="4024314"/>
            <a:ext cx="2273094" cy="1366836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  <a:latin typeface="GT America"/>
              </a:defRPr>
            </a:lvl1pPr>
            <a:lvl2pPr>
              <a:defRPr sz="1200">
                <a:solidFill>
                  <a:schemeClr val="bg1"/>
                </a:solidFill>
                <a:latin typeface="GT America"/>
              </a:defRPr>
            </a:lvl2pPr>
            <a:lvl3pPr>
              <a:defRPr sz="1200">
                <a:solidFill>
                  <a:schemeClr val="bg1"/>
                </a:solidFill>
                <a:latin typeface="GT America"/>
              </a:defRPr>
            </a:lvl3pPr>
            <a:lvl4pPr>
              <a:defRPr sz="1200">
                <a:solidFill>
                  <a:schemeClr val="bg1"/>
                </a:solidFill>
                <a:latin typeface="GT America"/>
              </a:defRPr>
            </a:lvl4pPr>
            <a:lvl5pPr>
              <a:defRPr sz="1200">
                <a:solidFill>
                  <a:schemeClr val="bg1"/>
                </a:solidFill>
                <a:latin typeface="GT America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66763DDA-96CF-4DC1-BA51-3B2745457C9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178" y="120499"/>
            <a:ext cx="1190689" cy="4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490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 userDrawn="1"/>
        </p:nvSpPr>
        <p:spPr>
          <a:xfrm>
            <a:off x="0" y="9950"/>
            <a:ext cx="12192000" cy="745307"/>
          </a:xfrm>
          <a:prstGeom prst="rect">
            <a:avLst/>
          </a:prstGeom>
          <a:solidFill>
            <a:srgbClr val="011A44"/>
          </a:solidFill>
          <a:ln>
            <a:solidFill>
              <a:srgbClr val="011A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11A44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C29787F-3C68-3D4C-9803-CA219DC4DB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178" y="120499"/>
            <a:ext cx="1190689" cy="46139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B6D70D0-D144-45BA-871F-544CAE09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4800" y="0"/>
            <a:ext cx="5941495" cy="755257"/>
          </a:xfrm>
        </p:spPr>
        <p:txBody>
          <a:bodyPr>
            <a:noAutofit/>
          </a:bodyPr>
          <a:lstStyle>
            <a:lvl1pPr>
              <a:defRPr sz="1600" b="1">
                <a:solidFill>
                  <a:schemeClr val="bg1"/>
                </a:solidFill>
                <a:latin typeface="GT America Black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7DFA80B-BC9F-4B8B-A272-44CB3615DF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55257"/>
            <a:ext cx="12192000" cy="6102743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DCFFBDA-E685-4795-A601-EF8FA0CFF2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0500" y="1060725"/>
            <a:ext cx="11569700" cy="4489843"/>
          </a:xfrm>
        </p:spPr>
        <p:txBody>
          <a:bodyPr>
            <a:normAutofit/>
          </a:bodyPr>
          <a:lstStyle>
            <a:lvl1pPr>
              <a:defRPr sz="1600">
                <a:latin typeface="GT America"/>
              </a:defRPr>
            </a:lvl1pPr>
            <a:lvl2pPr>
              <a:defRPr sz="1600">
                <a:latin typeface="GT America"/>
              </a:defRPr>
            </a:lvl2pPr>
            <a:lvl3pPr>
              <a:defRPr sz="1600">
                <a:latin typeface="GT America"/>
              </a:defRPr>
            </a:lvl3pPr>
            <a:lvl4pPr>
              <a:defRPr sz="1600">
                <a:latin typeface="GT America"/>
              </a:defRPr>
            </a:lvl4pPr>
            <a:lvl5pPr>
              <a:defRPr sz="1600">
                <a:latin typeface="GT America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280943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 userDrawn="1"/>
        </p:nvSpPr>
        <p:spPr>
          <a:xfrm>
            <a:off x="0" y="9950"/>
            <a:ext cx="12192000" cy="745307"/>
          </a:xfrm>
          <a:prstGeom prst="rect">
            <a:avLst/>
          </a:prstGeom>
          <a:solidFill>
            <a:srgbClr val="011A44"/>
          </a:solidFill>
          <a:ln>
            <a:solidFill>
              <a:srgbClr val="011A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11A44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C29787F-3C68-3D4C-9803-CA219DC4DB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178" y="120499"/>
            <a:ext cx="1190689" cy="46139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B6D70D0-D144-45BA-871F-544CAE09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4800" y="0"/>
            <a:ext cx="5941495" cy="755257"/>
          </a:xfrm>
        </p:spPr>
        <p:txBody>
          <a:bodyPr>
            <a:noAutofit/>
          </a:bodyPr>
          <a:lstStyle>
            <a:lvl1pPr>
              <a:defRPr sz="1600" b="1">
                <a:solidFill>
                  <a:schemeClr val="bg1"/>
                </a:solidFill>
                <a:latin typeface="GT America Black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8CB4E9-91E4-49E4-ADF4-CC4F78BB02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17500" y="1346200"/>
            <a:ext cx="11455400" cy="4762500"/>
          </a:xfrm>
        </p:spPr>
        <p:txBody>
          <a:bodyPr>
            <a:normAutofit/>
          </a:bodyPr>
          <a:lstStyle>
            <a:lvl1pPr>
              <a:defRPr sz="1600">
                <a:latin typeface="GT America"/>
              </a:defRPr>
            </a:lvl1pPr>
            <a:lvl2pPr>
              <a:defRPr sz="1600">
                <a:latin typeface="GT America"/>
              </a:defRPr>
            </a:lvl2pPr>
            <a:lvl3pPr>
              <a:defRPr sz="1600">
                <a:latin typeface="GT America"/>
              </a:defRPr>
            </a:lvl3pPr>
            <a:lvl4pPr>
              <a:defRPr sz="1600">
                <a:latin typeface="GT America"/>
              </a:defRPr>
            </a:lvl4pPr>
            <a:lvl5pPr>
              <a:defRPr sz="1600">
                <a:latin typeface="GT America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555577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415FD22B-7591-469F-AEAC-9EDE53A8DE98">
            <a:extLst>
              <a:ext uri="{FF2B5EF4-FFF2-40B4-BE49-F238E27FC236}">
                <a16:creationId xmlns:a16="http://schemas.microsoft.com/office/drawing/2014/main" id="{5A8F951E-C642-4947-B101-B6D8DC06A75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" y="-19355"/>
            <a:ext cx="12192001" cy="6896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BE52EF-A1A3-3A47-B1FA-85C8C0F04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32003" y="6321813"/>
            <a:ext cx="4114800" cy="365125"/>
          </a:xfrm>
        </p:spPr>
        <p:txBody>
          <a:bodyPr/>
          <a:lstStyle/>
          <a:p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7CF98B-A29D-421C-BBAC-691C75D1E9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45188" y="3327377"/>
            <a:ext cx="101623" cy="20324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3ACD7DF-8B09-4EEE-9BA7-88A2E0135C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42285"/>
          <a:stretch/>
        </p:blipFill>
        <p:spPr>
          <a:xfrm>
            <a:off x="1424219" y="1336646"/>
            <a:ext cx="2873461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96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7490299-5919-9A46-A335-7FA568590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694BA9-35AB-434E-8A69-F1F467FAF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 dirty="0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E0FE40-61AF-9444-A37E-B92C4C7597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636EF-CF43-7D4E-A80A-E2DB0AFB10AC}" type="datetimeFigureOut">
              <a:rPr lang="es-ES" smtClean="0"/>
              <a:t>17/10/2022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80D740-00D4-054B-9019-D48F65E778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8F88A1-297B-3245-A0FC-66DC8CCB1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3C4CA-1939-A047-9FE4-F8769865EBC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4466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2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jpe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FDE5E68-63E5-4160-B9E7-40A8DB4BBBAA}"/>
              </a:ext>
            </a:extLst>
          </p:cNvPr>
          <p:cNvSpPr txBox="1"/>
          <p:nvPr/>
        </p:nvSpPr>
        <p:spPr>
          <a:xfrm>
            <a:off x="3844031" y="4745792"/>
            <a:ext cx="1535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ODS (</a:t>
            </a:r>
            <a:r>
              <a:rPr lang="es-ES" dirty="0" err="1">
                <a:solidFill>
                  <a:schemeClr val="bg1"/>
                </a:solidFill>
              </a:rPr>
              <a:t>nº</a:t>
            </a:r>
            <a:r>
              <a:rPr lang="es-ES" dirty="0">
                <a:solidFill>
                  <a:schemeClr val="bg1"/>
                </a:solidFill>
              </a:rPr>
              <a:t>, </a:t>
            </a:r>
            <a:r>
              <a:rPr lang="es-ES" dirty="0" err="1">
                <a:solidFill>
                  <a:schemeClr val="bg1"/>
                </a:solidFill>
              </a:rPr>
              <a:t>nº</a:t>
            </a:r>
            <a:r>
              <a:rPr lang="es-ES" dirty="0">
                <a:solidFill>
                  <a:schemeClr val="bg1"/>
                </a:solidFill>
              </a:rPr>
              <a:t>…)</a:t>
            </a:r>
          </a:p>
        </p:txBody>
      </p:sp>
    </p:spTree>
    <p:extLst>
      <p:ext uri="{BB962C8B-B14F-4D97-AF65-F5344CB8AC3E}">
        <p14:creationId xmlns:p14="http://schemas.microsoft.com/office/powerpoint/2010/main" val="3973764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E508832-DFCD-415C-887D-E2BC4AC81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pie de página 2">
            <a:extLst>
              <a:ext uri="{FF2B5EF4-FFF2-40B4-BE49-F238E27FC236}">
                <a16:creationId xmlns:a16="http://schemas.microsoft.com/office/drawing/2014/main" id="{C34CD0F0-C5C2-4124-AFA5-F4DCFD95F726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dirty="0">
                <a:solidFill>
                  <a:schemeClr val="bg2">
                    <a:lumMod val="75000"/>
                  </a:schemeClr>
                </a:solidFill>
              </a:rPr>
              <a:t>Insertar iconos ODS</a:t>
            </a:r>
          </a:p>
        </p:txBody>
      </p:sp>
    </p:spTree>
    <p:extLst>
      <p:ext uri="{BB962C8B-B14F-4D97-AF65-F5344CB8AC3E}">
        <p14:creationId xmlns:p14="http://schemas.microsoft.com/office/powerpoint/2010/main" val="1778155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02DBEF0E-EA4D-40C5-B59C-E0F097CEB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contenido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8D3689C-7027-40FE-86D3-E77510300E7E}"/>
              </a:ext>
            </a:extLst>
          </p:cNvPr>
          <p:cNvSpPr txBox="1"/>
          <p:nvPr/>
        </p:nvSpPr>
        <p:spPr>
          <a:xfrm>
            <a:off x="9087729" y="6302326"/>
            <a:ext cx="2685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b="1" dirty="0">
                <a:latin typeface="GT America" panose="00000500000000000000" pitchFamily="50" charset="0"/>
              </a:rPr>
              <a:t>Insertar iconos ODS</a:t>
            </a:r>
          </a:p>
        </p:txBody>
      </p:sp>
    </p:spTree>
    <p:extLst>
      <p:ext uri="{BB962C8B-B14F-4D97-AF65-F5344CB8AC3E}">
        <p14:creationId xmlns:p14="http://schemas.microsoft.com/office/powerpoint/2010/main" val="3824395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C022F9-45F8-4F3A-AD48-C516611A8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D8A142-67A6-490A-9C58-66BB4327C9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C1C6589-177A-4F9F-87F4-29F3C981D9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3AC5E2A-7318-4EA8-BA22-B83AB5C135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C38A72C-0015-4069-8E94-0E80CD5AB5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6467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58C5C3-4B80-4079-8D52-18D1BCEB8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78F578-77E3-4A6E-A7A5-2CE90519790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39EED34-F115-4BD4-908A-D803A95F5839}"/>
              </a:ext>
            </a:extLst>
          </p:cNvPr>
          <p:cNvSpPr txBox="1"/>
          <p:nvPr/>
        </p:nvSpPr>
        <p:spPr>
          <a:xfrm>
            <a:off x="9087729" y="6302326"/>
            <a:ext cx="2685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b="1" dirty="0">
                <a:latin typeface="GT America" panose="00000500000000000000" pitchFamily="50" charset="0"/>
              </a:rPr>
              <a:t>Insertar iconos ODS</a:t>
            </a:r>
          </a:p>
        </p:txBody>
      </p:sp>
    </p:spTree>
    <p:extLst>
      <p:ext uri="{BB962C8B-B14F-4D97-AF65-F5344CB8AC3E}">
        <p14:creationId xmlns:p14="http://schemas.microsoft.com/office/powerpoint/2010/main" val="447184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0DF2D851-DA2B-487A-8648-1997C55BB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32003" y="6321813"/>
            <a:ext cx="4114800" cy="365125"/>
          </a:xfrm>
        </p:spPr>
        <p:txBody>
          <a:bodyPr/>
          <a:lstStyle/>
          <a:p>
            <a:r>
              <a:rPr lang="es-ES" dirty="0"/>
              <a:t>Insertar iconos ODS</a:t>
            </a:r>
          </a:p>
        </p:txBody>
      </p:sp>
    </p:spTree>
    <p:extLst>
      <p:ext uri="{BB962C8B-B14F-4D97-AF65-F5344CB8AC3E}">
        <p14:creationId xmlns:p14="http://schemas.microsoft.com/office/powerpoint/2010/main" val="1090770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6322E3-1536-46AB-97A3-38FE628B8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LEYENDA DE ICONOS ODS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50A33FD-6207-4055-B9D0-DFAF2355B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658" y="3389961"/>
            <a:ext cx="748535" cy="74853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0C2393D-122C-46BC-8763-E81F3C30D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569" y="5081577"/>
            <a:ext cx="748535" cy="748535"/>
          </a:xfrm>
          <a:prstGeom prst="rect">
            <a:avLst/>
          </a:prstGeom>
        </p:spPr>
      </p:pic>
      <p:pic>
        <p:nvPicPr>
          <p:cNvPr id="1026" name="Picture 2" descr="Materiales de comunicación – Desarrollo Sostenible">
            <a:extLst>
              <a:ext uri="{FF2B5EF4-FFF2-40B4-BE49-F238E27FC236}">
                <a16:creationId xmlns:a16="http://schemas.microsoft.com/office/drawing/2014/main" id="{86C654B3-7CBA-41D1-BA29-8A44D320D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1569" y="1684992"/>
            <a:ext cx="748535" cy="748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4198F8B-ECBB-4200-A116-EDC0CE04B9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7402" y="3371158"/>
            <a:ext cx="748535" cy="74853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85A423F-5B39-4F09-A466-61529F5D05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793" y="1671654"/>
            <a:ext cx="748535" cy="74853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15DB90D-9870-438C-83F0-D054B91EE0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1878" y="3363265"/>
            <a:ext cx="748535" cy="74853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63BC8D9-AB19-4046-9391-5EBED92874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162" y="5097685"/>
            <a:ext cx="748535" cy="74853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912335D-1F26-4B28-ADAE-B6FBEA306F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66263" y="3371158"/>
            <a:ext cx="748535" cy="748535"/>
          </a:xfrm>
          <a:prstGeom prst="rect">
            <a:avLst/>
          </a:prstGeom>
        </p:spPr>
      </p:pic>
      <p:pic>
        <p:nvPicPr>
          <p:cNvPr id="1028" name="Picture 4" descr="Materiales de comunicación – Desarrollo Sostenible">
            <a:extLst>
              <a:ext uri="{FF2B5EF4-FFF2-40B4-BE49-F238E27FC236}">
                <a16:creationId xmlns:a16="http://schemas.microsoft.com/office/drawing/2014/main" id="{A188727C-6CF8-4F1D-8EA1-84B3EA75A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41" y="1670387"/>
            <a:ext cx="755257" cy="755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BDF39C4-A62F-436E-A567-82B458E91A6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52480" y="5074851"/>
            <a:ext cx="755257" cy="75525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54C7591-E609-4D59-916C-428CE53DB2A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02436" y="1683726"/>
            <a:ext cx="755257" cy="75525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F1AE887-9C1F-42C9-B636-1B1B456D9A1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0536" y="3394149"/>
            <a:ext cx="755257" cy="755257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846AF0E-9962-4DC3-B80C-59FF84E03E2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9316" y="1695325"/>
            <a:ext cx="751552" cy="75155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5CFAA009-4C2F-40D8-BDC7-78359138851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88017" y="1668071"/>
            <a:ext cx="751541" cy="751541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0C61FA36-8D17-4906-8356-558CCFFCB2B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41868" y="3369325"/>
            <a:ext cx="758263" cy="75826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4188DC32-57ED-4EA4-B0CC-6B04CBAB2F9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79748" y="5101873"/>
            <a:ext cx="755258" cy="755258"/>
          </a:xfrm>
          <a:prstGeom prst="rect">
            <a:avLst/>
          </a:prstGeom>
        </p:spPr>
      </p:pic>
      <p:pic>
        <p:nvPicPr>
          <p:cNvPr id="1030" name="Picture 6" descr="Objetivo 17: Alianzas para lograr los objetivos | UC3M">
            <a:extLst>
              <a:ext uri="{FF2B5EF4-FFF2-40B4-BE49-F238E27FC236}">
                <a16:creationId xmlns:a16="http://schemas.microsoft.com/office/drawing/2014/main" id="{C98060A9-7D30-4BED-8A92-5C8CA7474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6165" y="5095851"/>
            <a:ext cx="758263" cy="758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84C7FA48-F0B9-4A20-B042-9326308C337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50968" y="5085766"/>
            <a:ext cx="755258" cy="75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5406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22</Words>
  <Application>Microsoft Office PowerPoint</Application>
  <PresentationFormat>Panorámica</PresentationFormat>
  <Paragraphs>6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GT America</vt:lpstr>
      <vt:lpstr>GT America Black</vt:lpstr>
      <vt:lpstr>GT America Medium</vt:lpstr>
      <vt:lpstr>GT America Ultra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LEYENDA DE ICONOS 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Gemma Ribera Llonc</cp:lastModifiedBy>
  <cp:revision>50</cp:revision>
  <dcterms:created xsi:type="dcterms:W3CDTF">2020-06-03T08:24:21Z</dcterms:created>
  <dcterms:modified xsi:type="dcterms:W3CDTF">2022-10-17T15:42:18Z</dcterms:modified>
</cp:coreProperties>
</file>